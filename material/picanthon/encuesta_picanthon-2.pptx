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9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10800000">
            <a:off x="266700" y="3358009"/>
            <a:ext cx="209550" cy="3609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288" kern="0" dirty="0">
                <a:solidFill>
                  <a:srgbClr val="6B5B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BUENOS AIRES · MMXXVI · EDICIÓN 03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7887950" y="3407569"/>
            <a:ext cx="209550" cy="3508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288" kern="0" dirty="0">
                <a:solidFill>
                  <a:srgbClr val="6B5B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ENCUESTA · 11 PREGUNTAS · ≈ 2 MIN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14400" y="1447800"/>
            <a:ext cx="16459200" cy="9525"/>
          </a:xfrm>
          <a:prstGeom prst="rect">
            <a:avLst/>
          </a:prstGeom>
          <a:solidFill>
            <a:srgbClr val="F5EDE1">
              <a:alpha val="1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 rot="-720001">
            <a:off x="914400" y="762000"/>
            <a:ext cx="419100" cy="4191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85900" y="790575"/>
            <a:ext cx="170646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50" i="1" dirty="0">
                <a:solidFill>
                  <a:srgbClr val="F5ED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Picanthon </a:t>
            </a:r>
            <a:pPr algn="l" indent="0" marL="0">
              <a:lnSpc>
                <a:spcPct val="100000"/>
              </a:lnSpc>
              <a:buNone/>
            </a:pPr>
            <a:r>
              <a:rPr lang="en-US" sz="1050" baseline="30000" dirty="0">
                <a:solidFill>
                  <a:srgbClr val="FF4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5392846" y="809625"/>
            <a:ext cx="198075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spc="252" kern="0" dirty="0">
                <a:solidFill>
                  <a:srgbClr val="B8A8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CIERRE DEL EVENTO </a:t>
            </a:r>
            <a:pPr algn="r" indent="0" marL="0">
              <a:buNone/>
            </a:pPr>
            <a:r>
              <a:rPr lang="en-US" sz="1050" spc="252" kern="0" dirty="0">
                <a:solidFill>
                  <a:srgbClr val="F5ED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ANTES DE IRTE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921542" y="2740817"/>
            <a:ext cx="80967" cy="80967"/>
          </a:xfrm>
          <a:prstGeom prst="ellipse">
            <a:avLst/>
          </a:prstGeom>
          <a:solidFill>
            <a:srgbClr val="FF4500">
              <a:alpha val="50000"/>
            </a:srgbClr>
          </a:solidFill>
          <a:ln/>
          <a:effectLst>
            <a:outerShdw sx="100000" sy="100000" kx="0" ky="0" algn="bl" rotWithShape="0" blurRad="152400" dist="50800" dir="16200000">
              <a:srgbClr val="FF4500">
                <a:alpha val="50014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123950" y="2695575"/>
            <a:ext cx="20881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336" kern="0" dirty="0">
                <a:solidFill>
                  <a:srgbClr val="B8A8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 ÚLTIMA COSA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14400" y="3057525"/>
            <a:ext cx="7629620" cy="1438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9900" spc="-119" kern="0" dirty="0">
                <a:solidFill>
                  <a:srgbClr val="F5ED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FUE</a:t>
            </a:r>
            <a:endParaRPr lang="en-US" sz="9900" dirty="0"/>
          </a:p>
        </p:txBody>
      </p:sp>
      <p:sp>
        <p:nvSpPr>
          <p:cNvPr id="11" name="Text 8"/>
          <p:cNvSpPr/>
          <p:nvPr/>
        </p:nvSpPr>
        <p:spPr>
          <a:xfrm>
            <a:off x="914400" y="4391025"/>
            <a:ext cx="8793958" cy="1219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900" i="1" spc="-198" kern="0" dirty="0">
                <a:solidFill>
                  <a:srgbClr val="FF4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Picanthon?</a:t>
            </a:r>
            <a:endParaRPr lang="en-US" sz="9900" dirty="0"/>
          </a:p>
        </p:txBody>
      </p:sp>
      <p:sp>
        <p:nvSpPr>
          <p:cNvPr id="12" name="Text 9"/>
          <p:cNvSpPr/>
          <p:nvPr/>
        </p:nvSpPr>
        <p:spPr>
          <a:xfrm>
            <a:off x="914400" y="5915025"/>
            <a:ext cx="3690528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550" i="1" dirty="0">
                <a:solidFill>
                  <a:srgbClr val="B8A8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Contanos sin filtro qué te pareció. </a:t>
            </a:r>
            <a:pPr algn="l" indent="0" marL="0">
              <a:lnSpc>
                <a:spcPct val="130000"/>
              </a:lnSpc>
              <a:buNone/>
            </a:pPr>
            <a:r>
              <a:rPr lang="en-US" sz="2678" dirty="0">
                <a:solidFill>
                  <a:srgbClr val="F5ED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preguntas · 2 minutos.</a:t>
            </a:r>
            <a:endParaRPr lang="en-US" sz="25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alphaModFix amt="95000"/>
          </a:blip>
          <a:stretch>
            <a:fillRect/>
          </a:stretch>
        </p:blipFill>
        <p:spPr>
          <a:xfrm rot="1080000">
            <a:off x="14325600" y="4757738"/>
            <a:ext cx="4381500" cy="4381500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9273" y="4415730"/>
            <a:ext cx="1047750" cy="6286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739188" y="5101530"/>
            <a:ext cx="106397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i="1" dirty="0">
                <a:solidFill>
                  <a:srgbClr val="FF4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escaneá →</a:t>
            </a:r>
            <a:endParaRPr lang="en-US" sz="1950" dirty="0"/>
          </a:p>
        </p:txBody>
      </p:sp>
      <p:sp>
        <p:nvSpPr>
          <p:cNvPr id="16" name="Shape 11"/>
          <p:cNvSpPr/>
          <p:nvPr/>
        </p:nvSpPr>
        <p:spPr>
          <a:xfrm rot="119998">
            <a:off x="11279237" y="2138362"/>
            <a:ext cx="4953000" cy="6048375"/>
          </a:xfrm>
          <a:prstGeom prst="rect">
            <a:avLst/>
          </a:prstGeom>
          <a:solidFill>
            <a:srgbClr val="F5EDE1"/>
          </a:solidFill>
          <a:ln/>
          <a:effectLst>
            <a:outerShdw sx="100000" sy="100000" kx="0" ky="0" algn="bl" rotWithShape="0" blurRad="762000" dist="381000" dir="5400000">
              <a:srgbClr val="000000">
                <a:alpha val="55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1507408" y="2369028"/>
            <a:ext cx="4513612" cy="5101565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11487795" y="7490356"/>
            <a:ext cx="4354383" cy="9525"/>
          </a:xfrm>
          <a:prstGeom prst="rect">
            <a:avLst/>
          </a:prstGeom>
          <a:solidFill>
            <a:srgbClr val="000000">
              <a:alpha val="15000"/>
            </a:srgbClr>
          </a:solidFill>
          <a:ln/>
        </p:spPr>
      </p:sp>
      <p:sp>
        <p:nvSpPr>
          <p:cNvPr id="19" name="Text 13"/>
          <p:cNvSpPr/>
          <p:nvPr/>
        </p:nvSpPr>
        <p:spPr>
          <a:xfrm>
            <a:off x="11487795" y="7728336"/>
            <a:ext cx="1467752" cy="238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10" kern="0" dirty="0">
                <a:solidFill>
                  <a:srgbClr val="1A09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ENCUESTA · 03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14913665" y="7752778"/>
            <a:ext cx="999727" cy="3175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i="1" spc="-19" kern="0" dirty="0">
                <a:solidFill>
                  <a:srgbClr val="C4320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Pican­thon</a:t>
            </a:r>
            <a:endParaRPr lang="en-US" sz="1950" dirty="0"/>
          </a:p>
        </p:txBody>
      </p:sp>
      <p:sp>
        <p:nvSpPr>
          <p:cNvPr id="21" name="Shape 15"/>
          <p:cNvSpPr/>
          <p:nvPr/>
        </p:nvSpPr>
        <p:spPr>
          <a:xfrm>
            <a:off x="914400" y="8867775"/>
            <a:ext cx="16459200" cy="9525"/>
          </a:xfrm>
          <a:prstGeom prst="rect">
            <a:avLst/>
          </a:prstGeom>
          <a:solidFill>
            <a:srgbClr val="F5EDE1">
              <a:alpha val="10000"/>
            </a:srgbClr>
          </a:solidFill>
          <a:ln/>
        </p:spPr>
      </p:sp>
      <p:sp>
        <p:nvSpPr>
          <p:cNvPr id="22" name="Text 16"/>
          <p:cNvSpPr/>
          <p:nvPr/>
        </p:nvSpPr>
        <p:spPr>
          <a:xfrm>
            <a:off x="914400" y="9144000"/>
            <a:ext cx="145583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i="1" dirty="0">
                <a:solidFill>
                  <a:srgbClr val="F5ED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Anónima.</a:t>
            </a:r>
            <a:endParaRPr lang="en-US" sz="3000" dirty="0"/>
          </a:p>
        </p:txBody>
      </p:sp>
      <p:sp>
        <p:nvSpPr>
          <p:cNvPr id="23" name="Text 17"/>
          <p:cNvSpPr/>
          <p:nvPr/>
        </p:nvSpPr>
        <p:spPr>
          <a:xfrm>
            <a:off x="16099780" y="9144000"/>
            <a:ext cx="127382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3000" i="1" dirty="0">
                <a:solidFill>
                  <a:srgbClr val="FF4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Escanea.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2026-05-26T11:06:10Z</dcterms:created>
  <dcterms:modified xsi:type="dcterms:W3CDTF">2026-05-26T11:06:10Z</dcterms:modified>
</cp:coreProperties>
</file>